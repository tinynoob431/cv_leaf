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学科实践二大作业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基于 ResNet50 + CBAM 的花卉图像分类</a:t>
            </a:r>
          </a:p>
          <a:p>
            <a:r>
              <a:t>自动生成时间：2026-05-27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课题任务描述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完成一个不少于 5 类的图像分类任务</a:t>
            </a:r>
          </a:p>
          <a:p>
            <a:pPr>
              <a:defRPr sz="2000"/>
            </a:pPr>
            <a:r>
              <a:t>实现可复现训练流程（数据、训练、评估、可视化）</a:t>
            </a:r>
          </a:p>
          <a:p>
            <a:pPr>
              <a:defRPr sz="2000"/>
            </a:pPr>
            <a:r>
              <a:t>开展 4 组消融：baseline / +增强 / +CBAM / +CBAM+MixUp-CutMix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数据集说明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数据源：TensorFlow Flowers（公开数据集）</a:t>
            </a:r>
          </a:p>
          <a:p>
            <a:pPr>
              <a:defRPr sz="2000"/>
            </a:pPr>
            <a:r>
              <a:t>类别数：5（daisy, dandelion, roses, sunflowers, tulips）</a:t>
            </a:r>
          </a:p>
          <a:p>
            <a:pPr>
              <a:defRPr sz="2000"/>
            </a:pPr>
            <a:r>
              <a:t>训练集：600，验证集：150</a:t>
            </a:r>
          </a:p>
          <a:p>
            <a:pPr>
              <a:defRPr sz="2000"/>
            </a:pPr>
            <a:r>
              <a:t>图像特点：自然场景、视角多样、背景干扰明显</a:t>
            </a:r>
          </a:p>
        </p:txBody>
      </p:sp>
      <p:pic>
        <p:nvPicPr>
          <p:cNvPr id="4" name="Picture 3" descr="class_distribu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63040"/>
            <a:ext cx="5394960" cy="1798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技术路线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预处理：统一尺寸、归一化、（可选）随机裁剪/翻转/颜色扰动</a:t>
            </a:r>
          </a:p>
          <a:p>
            <a:pPr>
              <a:defRPr sz="2000"/>
            </a:pPr>
            <a:r>
              <a:t>模型：ResNet50 backbone + Dropout + 分类头</a:t>
            </a:r>
          </a:p>
          <a:p>
            <a:pPr>
              <a:defRPr sz="2000"/>
            </a:pPr>
            <a:r>
              <a:t>注意力：在特征层引入 CBAM（通道+空间注意力）</a:t>
            </a:r>
          </a:p>
          <a:p>
            <a:pPr>
              <a:defRPr sz="2000"/>
            </a:pPr>
            <a:r>
              <a:t>训练：迁移学习 + AdamW + Cosine 学习率衰减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消融实验设计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Exp1: ResNet50 baseline</a:t>
            </a:r>
          </a:p>
          <a:p>
            <a:pPr>
              <a:defRPr sz="2000"/>
            </a:pPr>
            <a:r>
              <a:t>Exp2: ResNet50 + 数据增强</a:t>
            </a:r>
          </a:p>
          <a:p>
            <a:pPr>
              <a:defRPr sz="2000"/>
            </a:pPr>
            <a:r>
              <a:t>Exp3: ResNet50 + CBAM</a:t>
            </a:r>
          </a:p>
          <a:p>
            <a:pPr>
              <a:defRPr sz="2000"/>
            </a:pPr>
            <a:r>
              <a:t>Exp4: ResNet50 + CBAM + MixUp/CutMix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实验结果对比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640080">
                <a:tc>
                  <a:txBody>
                    <a:bodyPr/>
                    <a:lstStyle/>
                    <a:p>
                      <a:r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验证准确率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验证损失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说明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ResNet50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普通迁移学习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ResNet50 + 数据增强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0.3920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提升泛化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ResNet50 + CBAM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88.00%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0.4960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引入注意力机制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ResNet50 + CBAM + MixUp/CutMix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84.00%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0.8292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最终模型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阶段性结果截图</a:t>
            </a:r>
          </a:p>
        </p:txBody>
      </p:sp>
      <p:pic>
        <p:nvPicPr>
          <p:cNvPr id="3" name="Picture 2" descr="accuracy_cur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577840" cy="2788920"/>
          </a:xfrm>
          <a:prstGeom prst="rect">
            <a:avLst/>
          </a:prstGeom>
        </p:spPr>
      </p:pic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577840" cy="44622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结果分析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当前快速设置下最好模型：ResNet50 baseline（88.67%）</a:t>
            </a:r>
          </a:p>
          <a:p>
            <a:pPr>
              <a:defRPr sz="2000"/>
            </a:pPr>
            <a:r>
              <a:t>CBAM 与 MixUp/CutMix 对训练轮次和学习率较敏感</a:t>
            </a:r>
          </a:p>
          <a:p>
            <a:pPr>
              <a:defRPr sz="2000"/>
            </a:pPr>
            <a:r>
              <a:t>在 CPU + 1 epoch 条件下，复杂策略优势未完全体现</a:t>
            </a:r>
          </a:p>
          <a:p>
            <a:pPr>
              <a:defRPr sz="2000"/>
            </a:pPr>
            <a:r>
              <a:t>后续建议在 GPU 上增加 epoch 做正式版对比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课题总结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已完成完整工程流程：数据 -&gt; 训练 -&gt; 评估 -&gt; 可视化 -&gt; 消融</a:t>
            </a:r>
          </a:p>
          <a:p>
            <a:pPr>
              <a:defRPr sz="2000"/>
            </a:pPr>
            <a:r>
              <a:t>代码支持自动下载数据和一键切换实验配置</a:t>
            </a:r>
          </a:p>
          <a:p>
            <a:pPr>
              <a:defRPr sz="2000"/>
            </a:pPr>
            <a:r>
              <a:t>提交材料已自动生成，可直接按课程要求打包提交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885</Words>
  <Application>WPS 演示</Application>
  <PresentationFormat>On-screen Show (4:3)</PresentationFormat>
  <Paragraphs>89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学科实践二大作业</vt:lpstr>
      <vt:lpstr>课题任务描述</vt:lpstr>
      <vt:lpstr>数据集说明</vt:lpstr>
      <vt:lpstr>技术路线</vt:lpstr>
      <vt:lpstr>消融实验设计</vt:lpstr>
      <vt:lpstr>实验结果对比</vt:lpstr>
      <vt:lpstr>阶段性结果截图</vt:lpstr>
      <vt:lpstr>结果分析</vt:lpstr>
      <vt:lpstr>课题总结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tradl</cp:lastModifiedBy>
  <cp:revision>2</cp:revision>
  <dcterms:created xsi:type="dcterms:W3CDTF">2013-01-27T09:14:00Z</dcterms:created>
  <dcterms:modified xsi:type="dcterms:W3CDTF">2026-05-27T11:48:10Z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059856371ACB4B8D94CAC65E1EFCD334_12</vt:lpwstr>
  </property>
  <property fmtid="{D5CDD505-2E9C-101B-9397-08002B2CF9AE}" pid="3" name="KSOProductBuildVer">
    <vt:lpwstr>2052-12.1.0.26375</vt:lpwstr>
  </property>
</Properties>
</file>